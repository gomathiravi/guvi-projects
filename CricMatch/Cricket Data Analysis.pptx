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Open Sauc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-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33E09-C7DE-4D54-8B83-66568BD61B5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6F888-B10C-49B1-9FF5-ECA0C08589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3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6F888-B10C-49B1-9FF5-ECA0C08589E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39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28750" y="3650803"/>
            <a:ext cx="15430500" cy="171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en-US" sz="10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Cricket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28700"/>
            <a:ext cx="11001164" cy="8953180"/>
          </a:xfrm>
          <a:custGeom>
            <a:avLst/>
            <a:gdLst/>
            <a:ahLst/>
            <a:cxnLst/>
            <a:rect l="l" t="t" r="r" b="b"/>
            <a:pathLst>
              <a:path w="11001164" h="8953180">
                <a:moveTo>
                  <a:pt x="0" y="0"/>
                </a:moveTo>
                <a:lnTo>
                  <a:pt x="11001164" y="0"/>
                </a:lnTo>
                <a:lnTo>
                  <a:pt x="11001164" y="8953180"/>
                </a:lnTo>
                <a:lnTo>
                  <a:pt x="0" y="8953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0" t="-2213" r="-127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65596" y="1440855"/>
            <a:ext cx="7941329" cy="7405289"/>
          </a:xfrm>
          <a:custGeom>
            <a:avLst/>
            <a:gdLst/>
            <a:ahLst/>
            <a:cxnLst/>
            <a:rect l="l" t="t" r="r" b="b"/>
            <a:pathLst>
              <a:path w="7941329" h="7405289">
                <a:moveTo>
                  <a:pt x="0" y="0"/>
                </a:moveTo>
                <a:lnTo>
                  <a:pt x="7941329" y="0"/>
                </a:lnTo>
                <a:lnTo>
                  <a:pt x="7941329" y="7405290"/>
                </a:lnTo>
                <a:lnTo>
                  <a:pt x="0" y="7405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45578"/>
            <a:ext cx="9605578" cy="7726631"/>
          </a:xfrm>
          <a:custGeom>
            <a:avLst/>
            <a:gdLst/>
            <a:ahLst/>
            <a:cxnLst/>
            <a:rect l="l" t="t" r="r" b="b"/>
            <a:pathLst>
              <a:path w="9605578" h="7726631">
                <a:moveTo>
                  <a:pt x="0" y="0"/>
                </a:moveTo>
                <a:lnTo>
                  <a:pt x="9605578" y="0"/>
                </a:lnTo>
                <a:lnTo>
                  <a:pt x="9605578" y="7726631"/>
                </a:lnTo>
                <a:lnTo>
                  <a:pt x="0" y="7726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0" r="-148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05578" y="1028700"/>
            <a:ext cx="8193594" cy="7343509"/>
          </a:xfrm>
          <a:custGeom>
            <a:avLst/>
            <a:gdLst/>
            <a:ahLst/>
            <a:cxnLst/>
            <a:rect l="l" t="t" r="r" b="b"/>
            <a:pathLst>
              <a:path w="8193594" h="7343509">
                <a:moveTo>
                  <a:pt x="0" y="0"/>
                </a:moveTo>
                <a:lnTo>
                  <a:pt x="8193594" y="0"/>
                </a:lnTo>
                <a:lnTo>
                  <a:pt x="8193594" y="7343509"/>
                </a:lnTo>
                <a:lnTo>
                  <a:pt x="0" y="7343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534369"/>
            <a:ext cx="6886738" cy="6187577"/>
          </a:xfrm>
          <a:custGeom>
            <a:avLst/>
            <a:gdLst/>
            <a:ahLst/>
            <a:cxnLst/>
            <a:rect l="l" t="t" r="r" b="b"/>
            <a:pathLst>
              <a:path w="6886738" h="6187577">
                <a:moveTo>
                  <a:pt x="0" y="0"/>
                </a:moveTo>
                <a:lnTo>
                  <a:pt x="6886738" y="0"/>
                </a:lnTo>
                <a:lnTo>
                  <a:pt x="6886738" y="6187577"/>
                </a:lnTo>
                <a:lnTo>
                  <a:pt x="0" y="61875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86738" y="798826"/>
            <a:ext cx="11401262" cy="8707714"/>
          </a:xfrm>
          <a:custGeom>
            <a:avLst/>
            <a:gdLst/>
            <a:ahLst/>
            <a:cxnLst/>
            <a:rect l="l" t="t" r="r" b="b"/>
            <a:pathLst>
              <a:path w="11401262" h="8707714">
                <a:moveTo>
                  <a:pt x="0" y="0"/>
                </a:moveTo>
                <a:lnTo>
                  <a:pt x="11401262" y="0"/>
                </a:lnTo>
                <a:lnTo>
                  <a:pt x="11401262" y="8707713"/>
                </a:lnTo>
                <a:lnTo>
                  <a:pt x="0" y="87077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86741" y="4113687"/>
            <a:ext cx="11301259" cy="6173313"/>
          </a:xfrm>
          <a:custGeom>
            <a:avLst/>
            <a:gdLst/>
            <a:ahLst/>
            <a:cxnLst/>
            <a:rect l="l" t="t" r="r" b="b"/>
            <a:pathLst>
              <a:path w="11301259" h="6173313">
                <a:moveTo>
                  <a:pt x="0" y="0"/>
                </a:moveTo>
                <a:lnTo>
                  <a:pt x="11301259" y="0"/>
                </a:lnTo>
                <a:lnTo>
                  <a:pt x="11301259" y="6173313"/>
                </a:lnTo>
                <a:lnTo>
                  <a:pt x="0" y="617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470229" cy="5143500"/>
          </a:xfrm>
          <a:custGeom>
            <a:avLst/>
            <a:gdLst/>
            <a:ahLst/>
            <a:cxnLst/>
            <a:rect l="l" t="t" r="r" b="b"/>
            <a:pathLst>
              <a:path w="10470229" h="5143500">
                <a:moveTo>
                  <a:pt x="0" y="0"/>
                </a:moveTo>
                <a:lnTo>
                  <a:pt x="10470229" y="0"/>
                </a:lnTo>
                <a:lnTo>
                  <a:pt x="1047022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" y="952500"/>
            <a:ext cx="12954000" cy="8229600"/>
          </a:xfrm>
          <a:custGeom>
            <a:avLst/>
            <a:gdLst/>
            <a:ahLst/>
            <a:cxnLst/>
            <a:rect l="l" t="t" r="r" b="b"/>
            <a:pathLst>
              <a:path w="11301259" h="5311592">
                <a:moveTo>
                  <a:pt x="0" y="0"/>
                </a:moveTo>
                <a:lnTo>
                  <a:pt x="11301259" y="0"/>
                </a:lnTo>
                <a:lnTo>
                  <a:pt x="11301259" y="5311592"/>
                </a:lnTo>
                <a:lnTo>
                  <a:pt x="0" y="5311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0" y="571500"/>
            <a:ext cx="15627910" cy="8116939"/>
          </a:xfrm>
          <a:custGeom>
            <a:avLst/>
            <a:gdLst/>
            <a:ahLst/>
            <a:cxnLst/>
            <a:rect l="l" t="t" r="r" b="b"/>
            <a:pathLst>
              <a:path w="14386188" h="7354939">
                <a:moveTo>
                  <a:pt x="0" y="0"/>
                </a:moveTo>
                <a:lnTo>
                  <a:pt x="14386188" y="0"/>
                </a:lnTo>
                <a:lnTo>
                  <a:pt x="14386188" y="7354938"/>
                </a:lnTo>
                <a:lnTo>
                  <a:pt x="0" y="735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68489" y="2279749"/>
            <a:ext cx="12365974" cy="7574159"/>
          </a:xfrm>
          <a:custGeom>
            <a:avLst/>
            <a:gdLst/>
            <a:ahLst/>
            <a:cxnLst/>
            <a:rect l="l" t="t" r="r" b="b"/>
            <a:pathLst>
              <a:path w="12365974" h="7574159">
                <a:moveTo>
                  <a:pt x="0" y="0"/>
                </a:moveTo>
                <a:lnTo>
                  <a:pt x="12365974" y="0"/>
                </a:lnTo>
                <a:lnTo>
                  <a:pt x="12365974" y="7574160"/>
                </a:lnTo>
                <a:lnTo>
                  <a:pt x="0" y="7574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FFBA29-319D-18C8-FE5C-2FC9E1F4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3" y="38100"/>
            <a:ext cx="17830800" cy="1143000"/>
          </a:xfrm>
        </p:spPr>
        <p:txBody>
          <a:bodyPr>
            <a:normAutofit/>
          </a:bodyPr>
          <a:lstStyle/>
          <a:p>
            <a:r>
              <a:rPr lang="en-GB" dirty="0"/>
              <a:t>Cricket Data Model In Power BI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47ACC4-81F8-C2A2-A33C-EF36F39A6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74232"/>
            <a:ext cx="18440400" cy="1036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9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0ED3-A15A-BD48-CA89-07B75D6B4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100"/>
            <a:ext cx="18288000" cy="906462"/>
          </a:xfrm>
        </p:spPr>
        <p:txBody>
          <a:bodyPr>
            <a:normAutofit/>
          </a:bodyPr>
          <a:lstStyle/>
          <a:p>
            <a:r>
              <a:rPr lang="en-GB" dirty="0"/>
              <a:t>Visualization of Cricket Data in </a:t>
            </a:r>
            <a:r>
              <a:rPr lang="en-GB" dirty="0" err="1"/>
              <a:t>PowerBI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9647F4-DC5B-4184-BF8F-2BE7F14EB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44562"/>
            <a:ext cx="18287999" cy="1045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16</Words>
  <Application>Microsoft Office PowerPoint</Application>
  <PresentationFormat>Custom</PresentationFormat>
  <Paragraphs>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Cricket Data Model In Power BI</vt:lpstr>
      <vt:lpstr>Visualization of Cricket Data in PowerBI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 Data Analysis</dc:title>
  <cp:lastModifiedBy>DELL</cp:lastModifiedBy>
  <cp:revision>6</cp:revision>
  <dcterms:created xsi:type="dcterms:W3CDTF">2006-08-16T00:00:00Z</dcterms:created>
  <dcterms:modified xsi:type="dcterms:W3CDTF">2025-09-10T05:54:55Z</dcterms:modified>
  <dc:identifier>DAGwn_Bi0wc</dc:identifier>
</cp:coreProperties>
</file>